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998227-FB97-45D6-BB83-E5D201D48A6A}">
  <a:tblStyle styleId="{98998227-FB97-45D6-BB83-E5D201D48A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a5f520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a5f520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a5f520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a5f520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a5f520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3a5f520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3a5f5201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3a5f5201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3a5f5201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3a5f5201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3a5f5201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3a5f5201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3a5f5201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3a5f5201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3a5f5201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3a5f5201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3a5f5201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3a5f5201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3a5f5201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3a5f5201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3a5f520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3a5f520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3a5f5201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3a5f5201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3a5f5201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3a5f5201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3a5f5201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3a5f5201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3a5f5201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3a5f5201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3a5f5201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3a5f5201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3a5f5201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3a5f5201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Theory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(Intermediate)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Arnob Sarker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Initially, there is a heap of stones on the table.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and your friend will alternate taking turns, and you go first.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each turn, the person whose turn it is will remove 1 to 3 stones from the heap.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one who removes the last stone is the winner.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Theory problem identification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Two players, alternate turns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Finite game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Impartial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 (Understanding winning state and losing state)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2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player has to remove 1 or more stones from any one pile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Nim Game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</a:t>
            </a:r>
            <a:r>
              <a:rPr lang="en" sz="1100">
                <a:solidFill>
                  <a:schemeClr val="dk1"/>
                </a:solidFill>
              </a:rPr>
              <a:t>ach player has to remove 1 or more stones from any one pile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Rooks on a chess board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N*N chessboard with N white rooks and N black rooks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player has to move one of his colored rooks forward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775" y="1413325"/>
            <a:ext cx="3079401" cy="307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Misère Nim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</a:t>
            </a:r>
            <a:r>
              <a:rPr lang="en" sz="1100">
                <a:solidFill>
                  <a:schemeClr val="dk1"/>
                </a:solidFill>
              </a:rPr>
              <a:t>ach player has to remove 1 or more stones from any one pile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wins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Bogus</a:t>
            </a:r>
            <a:r>
              <a:rPr lang="en"/>
              <a:t> Nim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each player has to remove 1 or more stones from any one pile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</a:t>
            </a:r>
            <a:r>
              <a:rPr lang="en" sz="1100">
                <a:solidFill>
                  <a:schemeClr val="dk1"/>
                </a:solidFill>
              </a:rPr>
              <a:t>ach player can add some limited number of stones to any one pile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Staircase Nim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there is a staircase with n steps, indexed from 0 to n - 1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each step, there are zero or more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</a:t>
            </a:r>
            <a:r>
              <a:rPr lang="en" sz="1100">
                <a:solidFill>
                  <a:schemeClr val="dk1"/>
                </a:solidFill>
              </a:rPr>
              <a:t>move a player can chose a step i &gt; 0 and move one or more coins to step i - 1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625" y="2353950"/>
            <a:ext cx="19621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coins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272527" y="101773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there are some coins in  a 1d grid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each move, one player can choose a coin and move it one or more cell to the left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Coins can not overlap or overtake another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4463875" y="3019675"/>
            <a:ext cx="3598800" cy="33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89413" l="61410" r="25995" t="0"/>
          <a:stretch/>
        </p:blipFill>
        <p:spPr>
          <a:xfrm>
            <a:off x="5390650" y="3079925"/>
            <a:ext cx="247125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 rotWithShape="1">
          <a:blip r:embed="rId3">
            <a:alphaModFix/>
          </a:blip>
          <a:srcRect b="89413" l="61410" r="25995" t="0"/>
          <a:stretch/>
        </p:blipFill>
        <p:spPr>
          <a:xfrm>
            <a:off x="6006425" y="3079925"/>
            <a:ext cx="247125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89413" l="61410" r="25995" t="0"/>
          <a:stretch/>
        </p:blipFill>
        <p:spPr>
          <a:xfrm>
            <a:off x="7162800" y="3079925"/>
            <a:ext cx="247125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89413" l="61410" r="25995" t="0"/>
          <a:stretch/>
        </p:blipFill>
        <p:spPr>
          <a:xfrm>
            <a:off x="7701325" y="3079925"/>
            <a:ext cx="247125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89413" l="61410" r="25995" t="0"/>
          <a:stretch/>
        </p:blipFill>
        <p:spPr>
          <a:xfrm>
            <a:off x="4572000" y="3079925"/>
            <a:ext cx="247125" cy="21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2"/>
          <p:cNvCxnSpPr/>
          <p:nvPr/>
        </p:nvCxnSpPr>
        <p:spPr>
          <a:xfrm>
            <a:off x="4927250" y="3035125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2"/>
          <p:cNvCxnSpPr/>
          <p:nvPr/>
        </p:nvCxnSpPr>
        <p:spPr>
          <a:xfrm>
            <a:off x="5141434" y="3040789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22"/>
          <p:cNvCxnSpPr/>
          <p:nvPr/>
        </p:nvCxnSpPr>
        <p:spPr>
          <a:xfrm>
            <a:off x="5386509" y="3054175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22"/>
          <p:cNvCxnSpPr/>
          <p:nvPr/>
        </p:nvCxnSpPr>
        <p:spPr>
          <a:xfrm>
            <a:off x="5670200" y="3036670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5907553" y="3042333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2"/>
          <p:cNvCxnSpPr/>
          <p:nvPr/>
        </p:nvCxnSpPr>
        <p:spPr>
          <a:xfrm>
            <a:off x="6314811" y="3040274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2"/>
          <p:cNvCxnSpPr/>
          <p:nvPr/>
        </p:nvCxnSpPr>
        <p:spPr>
          <a:xfrm>
            <a:off x="6561927" y="3029606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2"/>
          <p:cNvCxnSpPr/>
          <p:nvPr/>
        </p:nvCxnSpPr>
        <p:spPr>
          <a:xfrm>
            <a:off x="6776111" y="3035270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2"/>
          <p:cNvCxnSpPr/>
          <p:nvPr/>
        </p:nvCxnSpPr>
        <p:spPr>
          <a:xfrm>
            <a:off x="7021187" y="3048656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2"/>
          <p:cNvCxnSpPr/>
          <p:nvPr/>
        </p:nvCxnSpPr>
        <p:spPr>
          <a:xfrm>
            <a:off x="7701325" y="3034320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2"/>
          <p:cNvCxnSpPr/>
          <p:nvPr/>
        </p:nvCxnSpPr>
        <p:spPr>
          <a:xfrm>
            <a:off x="7496428" y="3029608"/>
            <a:ext cx="0" cy="30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strikes</a:t>
            </a:r>
            <a:r>
              <a:rPr lang="en"/>
              <a:t> again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each player has to remove 1 or more stones from any one pile but at max n/2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Sprague-Grundy Theorem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Every impartial game under the normal play convention is equivalent to a one-heap game of nim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Grundy Number is equivalent to one nim pile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Play the first game with n piles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602900" y="4568875"/>
            <a:ext cx="4448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Grundy Number = Every tree = one nim pile = tree root value;                  tree leaf value = 0; tree node value = mex of all child nodes.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good day for another Problem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N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each player has to split any 1 pile into two unequal piles of stones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3691600" y="4568875"/>
            <a:ext cx="5297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[Careful:</a:t>
            </a:r>
            <a:r>
              <a:rPr lang="en" sz="1000">
                <a:solidFill>
                  <a:schemeClr val="dk1"/>
                </a:solidFill>
              </a:rPr>
              <a:t>(when xor when mex)</a:t>
            </a:r>
            <a:r>
              <a:rPr lang="en" sz="1000">
                <a:solidFill>
                  <a:schemeClr val="dk1"/>
                </a:solidFill>
              </a:rPr>
              <a:t> one tree node can become multiple new tree roots (multiple elements in one node), then the value of that node = xor of all those root values]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a tree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each player has cut an edge and the subtree would be disconnected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Hackenbush on Tree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Colon Principle: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G(u) = (G(v1)+1) xor (G(v2)+1) xor … [v1, v2,... are childs of u]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6742150" y="4568875"/>
            <a:ext cx="224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For multiple trees ans is their xor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coins 2 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2d grid with n coins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one move each player has to choose a coin then either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Move the coin up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Move the coin left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Or remove the coin from the grid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68" name="Google Shape;168;p28"/>
          <p:cNvGraphicFramePr/>
          <p:nvPr/>
        </p:nvGraphicFramePr>
        <p:xfrm>
          <a:off x="5902725" y="192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{98998227-FB97-45D6-BB83-E5D201D48A6A}</a:tableStyleId>
              </a:tblPr>
              <a:tblGrid>
                <a:gridCol w="539575"/>
                <a:gridCol w="539575"/>
                <a:gridCol w="539575"/>
                <a:gridCol w="539575"/>
                <a:gridCol w="539575"/>
              </a:tblGrid>
              <a:tr h="48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Given a connected graph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Assign some node as root which is connected to ground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 each move a player has to cut an edge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 the nodes that becomes disconnected from the root after the cut are removed.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player who can not move loses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550" y="2363225"/>
            <a:ext cx="2744576" cy="229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Green Hackenbush on Graph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Fusion Principle: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 edges in a cycle can be fused to get a tree structure; build a super node, connect some single nodes with that super node, number of single nodes is the number of edges in the cycle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548" y="1853522"/>
            <a:ext cx="3722499" cy="27918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594650" y="3390375"/>
            <a:ext cx="3552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Solution: [Bridge component tree] mark all bridges, a group of edges that are not bridges, becomes one component and contributes number of edges to the hackenbush. (even number of edges contributes 0, odd number of edges contributes 1)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