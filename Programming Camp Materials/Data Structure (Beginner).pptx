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90604b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90604b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90604b5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90604b5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390604b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390604b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390604b5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390604b5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390604b5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390604b5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390604b5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390604b5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90604b5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390604b5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390604b5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390604b5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390604b5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390604b5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390604b5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390604b5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390604b5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390604b5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390604b5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390604b5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390604b5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390604b5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390604b5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390604b5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390604b5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390604b5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390604b5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390604b5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390604b5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390604b5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390604b5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390604b5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390604b5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390604b5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390604b5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390604b5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390604b5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390604b5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390604b5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390604b5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390604b5d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390604b5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tcoder.jp/contests/arc087/tasks/arc087_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ses.fi/problemset/task/1076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v5RMmRiAkajqtzYzzY50qfuc_jmyzJMMFWmS5aRZAQ4/edit?usp=sharing" TargetMode="External"/><Relationship Id="rId4" Type="http://schemas.openxmlformats.org/officeDocument/2006/relationships/hyperlink" Target="https://codeforces.com/blog/entry/146139" TargetMode="External"/><Relationship Id="rId5" Type="http://schemas.openxmlformats.org/officeDocument/2006/relationships/hyperlink" Target="https://www.geeksforgeeks.org/cpp/the-c-standard-template-library-stl/" TargetMode="External"/><Relationship Id="rId6" Type="http://schemas.openxmlformats.org/officeDocument/2006/relationships/hyperlink" Target="https://www.geeksforgeeks.org/cpp/cpp-stl-cheat-sheet/" TargetMode="External"/><Relationship Id="rId7" Type="http://schemas.openxmlformats.org/officeDocument/2006/relationships/hyperlink" Target="https://visualgo.net/en/hea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p-algorithms.com/data_structures/fenwick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ses.fi/problemset/task/1649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ses.fi/problemset/task/1143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nlinejudge.org/index.php?option=com_onlinejudge&amp;Itemid=8&amp;category=134&amp;page=show_problem&amp;problem=2176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deforces.com/edu/course/2/lesson/4" TargetMode="External"/><Relationship Id="rId4" Type="http://schemas.openxmlformats.org/officeDocument/2006/relationships/hyperlink" Target="https://cp-algorithms.com/data_structures/segment_tree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ses.fi/problemset/task/1676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p-algorithms.com/data_structures/disjoint_set_union.html" TargetMode="External"/><Relationship Id="rId4" Type="http://schemas.openxmlformats.org/officeDocument/2006/relationships/hyperlink" Target="https://codeforces.com/edu/course/2/lesson/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(Beginner)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Arnob Sarker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rgbClr val="333333"/>
                </a:solidFill>
                <a:highlight>
                  <a:srgbClr val="FFFFFF"/>
                </a:highlight>
              </a:rPr>
              <a:t>Good Sequence 1 </a:t>
            </a:r>
            <a:r>
              <a:rPr b="1" lang="en" sz="115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atcoder-arc087_a</a:t>
            </a:r>
            <a:endParaRPr sz="17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A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 sequence is a </a:t>
            </a: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</a:rPr>
              <a:t>good sequence 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if for each element x, the value x occurs exactly x times.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(3,3,3), (4,2,4,1,4,2,4) and () are good sequences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(3,3,3,3) and (2,4,1,4,2) are not.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Find the minimum number of elements needed to be removed to make the sequence good.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50">
                <a:solidFill>
                  <a:srgbClr val="333333"/>
                </a:solidFill>
                <a:highlight>
                  <a:srgbClr val="FFFFFF"/>
                </a:highlight>
              </a:rPr>
              <a:t>Good Sequence 2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…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Find the indices of elements needed to be removed to make the sequence good.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rgbClr val="333333"/>
                </a:solidFill>
                <a:highlight>
                  <a:srgbClr val="FFFFFF"/>
                </a:highlight>
              </a:rPr>
              <a:t>Good Sequence 3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…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Find the indices of elements needed to be removed to make the sequence good.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</a:rPr>
              <a:t>In lexicographically smallest and largest order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Sliding Window Median </a:t>
            </a:r>
            <a:r>
              <a:rPr lang="en" sz="1550" u="sng">
                <a:solidFill>
                  <a:schemeClr val="hlink"/>
                </a:solidFill>
                <a:hlinkClick r:id="rId3"/>
              </a:rPr>
              <a:t>cses-1076</a:t>
            </a:r>
            <a:endParaRPr sz="155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You are given an array of n integers. Your task is to calculate the median of each window of k elements, from left to right.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8 3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	2 4 3 5 8 1 2 1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	3 4 5 5 2 1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Quick reference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STL basics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GfG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GfG cheat sheet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Heap visualization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Range Sum Query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an array and Q queries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each query you have to find the sum of element in range [l, r]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Range sum [l..r] = sum(r) - sum(l-1)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Range Sum Query with Updates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an array and Q operations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query operation you have to find the sum of element in range [l, r]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update operation you have to change the value of ith element to k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Fenwick Tree (Binary Indexed Tree)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Maintain an array where we need </a:t>
            </a:r>
            <a:r>
              <a:rPr b="1" lang="en" sz="1100">
                <a:solidFill>
                  <a:schemeClr val="dk1"/>
                </a:solidFill>
              </a:rPr>
              <a:t>prefix sums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point updates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a Fenwick tree, a certain cell is responsible for other cells as well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first non-zero bit from right in the binary representation of the index determines the range of responsibility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4" name="Google Shape;104;p21" title="Screenshot From 2025-09-23 22-38-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175" y="2467724"/>
            <a:ext cx="3412125" cy="24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Fenwick Tree (Query)</a:t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32488"/>
            <a:ext cx="33147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1525" y="1017725"/>
            <a:ext cx="5212800" cy="372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Fenwick Tree (Update)</a:t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25" y="2325275"/>
            <a:ext cx="32956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0475" y="982538"/>
            <a:ext cx="5311125" cy="37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Inversions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Count the number of inversions of an array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Height of Kth person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the number of people of each height in the class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At any moment some number of person of some particular height can join or leave the class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each query you have to tell the height of the Kth people present in the class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Fenwick tree resources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cp-algo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Range Minimum Queries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cses-1649</a:t>
            </a:r>
            <a:endParaRPr sz="2000"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update the value at position k to 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what is the minimum value in range [a,b]?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 Tree</a:t>
            </a:r>
            <a:endParaRPr/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975" y="1155575"/>
            <a:ext cx="6808825" cy="38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Hotel Queries</a:t>
            </a:r>
            <a:r>
              <a:rPr lang="en"/>
              <a:t>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cses-1143</a:t>
            </a:r>
            <a:endParaRPr sz="2000"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There are n hotels on a street. For each hotel you know the number of free rooms.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groups will come to you one after another, and you know for each group the number of rooms it requires. You always assign a group to the first hotel having enough rooms.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After this, the number of free rooms in the hotel decreases.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functions we can use on Segment Tree</a:t>
            </a:r>
            <a:endParaRPr/>
          </a:p>
        </p:txBody>
      </p:sp>
      <p:sp>
        <p:nvSpPr>
          <p:cNvPr id="160" name="Google Shape;160;p30"/>
          <p:cNvSpPr txBox="1"/>
          <p:nvPr/>
        </p:nvSpPr>
        <p:spPr>
          <a:xfrm>
            <a:off x="640200" y="1353175"/>
            <a:ext cx="7609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Any Associative operation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(x+y)+z = x+(y+z)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Additions, multiplications, bitwise and, or, xor, gcd, etc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Frequent Values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uva</a:t>
            </a:r>
            <a:endParaRPr sz="2000"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Point update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Query : return the most frequent value in range [l, r]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 Tree Resources</a:t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Cf edu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Cp algo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 more: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Lazy propagation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Assignment and addition operation simultaneously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Friend or not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make_friend(a, b): all friends of a and all friends of b becomes friends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is_friend(a, b): are a and b friends?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DSU implementations</a:t>
            </a:r>
            <a:endParaRPr/>
          </a:p>
        </p:txBody>
      </p:sp>
      <p:pic>
        <p:nvPicPr>
          <p:cNvPr id="184" name="Google Shape;1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52" y="1170125"/>
            <a:ext cx="388372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 Construction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cses-1676</a:t>
            </a:r>
            <a:endParaRPr sz="2000"/>
          </a:p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There are n cities and initially no roads between them. However, every day a new road will be constructed, and there will be a total of m roads.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component is a group of cities where there is a route between any two cities using the roads. After each day, your task is to find the number of components and the size of the largest component.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DSU Resources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Cp algo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Cf edu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