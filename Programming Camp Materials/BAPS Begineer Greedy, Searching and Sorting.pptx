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20657e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20657e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320657e6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320657e6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20657e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320657e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320657e6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320657e6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20657e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20657e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320657e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320657e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320657e6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320657e6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20657e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320657e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320657e6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320657e6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20657e6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320657e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20657e6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320657e6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20657e6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20657e6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320657e6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320657e6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20657e6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320657e6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320657e6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320657e6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320657e6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320657e6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320657e6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320657e6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320657e6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320657e6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320657e6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320657e6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320657e6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320657e6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320657e6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320657e6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320657e61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320657e61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D1C1D"/>
                </a:solidFill>
                <a:highlight>
                  <a:srgbClr val="FFFFFF"/>
                </a:highlight>
                <a:latin typeface="Alfa Slab One"/>
                <a:ea typeface="Alfa Slab One"/>
                <a:cs typeface="Alfa Slab One"/>
                <a:sym typeface="Alfa Slab One"/>
              </a:rPr>
              <a:t>Beginner </a:t>
            </a:r>
            <a:endParaRPr b="1" sz="3800">
              <a:solidFill>
                <a:srgbClr val="1D1C1D"/>
              </a:solidFill>
              <a:highlight>
                <a:srgbClr val="FFFFFF"/>
              </a:highlight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D1C1D"/>
                </a:solidFill>
                <a:highlight>
                  <a:srgbClr val="FFFFFF"/>
                </a:highlight>
                <a:latin typeface="Alfa Slab One"/>
                <a:ea typeface="Alfa Slab One"/>
                <a:cs typeface="Alfa Slab One"/>
                <a:sym typeface="Alfa Slab One"/>
              </a:rPr>
              <a:t>Ad-Hoc</a:t>
            </a:r>
            <a:r>
              <a:rPr b="1" lang="en" sz="3800">
                <a:solidFill>
                  <a:srgbClr val="1D1C1D"/>
                </a:solidFill>
                <a:highlight>
                  <a:srgbClr val="FFFFFF"/>
                </a:highlight>
                <a:latin typeface="Alfa Slab One"/>
                <a:ea typeface="Alfa Slab One"/>
                <a:cs typeface="Alfa Slab One"/>
                <a:sym typeface="Alfa Slab One"/>
              </a:rPr>
              <a:t>, Greedy, Sorting, Searching</a:t>
            </a:r>
            <a:endParaRPr sz="69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</a:rPr>
              <a:t>RakibJoy</a:t>
            </a:r>
            <a:endParaRPr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Like a Greedy Guy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6125"/>
            <a:ext cx="9144003" cy="295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cannot break it into smaller elements!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958" y="0"/>
            <a:ext cx="490808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29375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about custom comparator sorting?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021" y="0"/>
            <a:ext cx="611395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</a:t>
            </a:r>
            <a:r>
              <a:rPr lang="en"/>
              <a:t>Search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What is binary search?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Why it’s called binary search?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What problem it solves?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When it works and when it does not work?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Is it only for searching element in a sorted array?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0" y="0"/>
            <a:ext cx="9089900" cy="4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275" y="0"/>
            <a:ext cx="7633447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50" y="102075"/>
            <a:ext cx="8307700" cy="49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18375"/>
            <a:ext cx="8991600" cy="410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77800"/>
            <a:ext cx="8991600" cy="4387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91300"/>
            <a:ext cx="8991600" cy="3760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18235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Ternary Search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identify a ternary search problem?</a:t>
            </a:r>
            <a:endParaRPr/>
          </a:p>
        </p:txBody>
      </p:sp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attributes the hold?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Complexity?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you make the complexity better?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567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2400">
                <a:solidFill>
                  <a:schemeClr val="dk1"/>
                </a:solidFill>
              </a:rPr>
              <a:t>Why binary search will not work here?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How can ternary search help with that?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Can we make it better? Like binary search like complexity?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type="title"/>
          </p:nvPr>
        </p:nvSpPr>
        <p:spPr>
          <a:xfrm>
            <a:off x="20585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in the middle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325" y="46288"/>
            <a:ext cx="5108225" cy="505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425" y="76200"/>
            <a:ext cx="6612434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discuss more problems on BS if we’ve got time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100" y="76200"/>
            <a:ext cx="725978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38" y="76200"/>
            <a:ext cx="778611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