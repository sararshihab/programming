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fe3849c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cfe3849c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cfe3849c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cfe3849c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e3849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e3849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fe3849c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fe3849c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cfe3849c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cfe3849c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cfe3849c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cfe3849c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cfe3849c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cfe3849c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cfe3849c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cfe3849c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cfe3849c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cfe3849c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cfe3849c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cfe3849c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fe3849c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fe3849c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cfe3849c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cfe3849c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cfe3849c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cfe3849c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cfe3849c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cfe3849c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434bd81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434bd81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cfe3849c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cfe3849c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40f64bc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40f64bc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cfe3849c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cfe3849c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cfe3849c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cfe3849c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cfe3849c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cfe3849c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cfe3849c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cfe3849c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cfe3849c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cfe3849c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cfe3849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cfe3849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433e231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433e231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433e233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433e233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40f64bc79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40f64bc79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cfe3849c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cfe3849c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cfe3849c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cfe3849c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cfe3849c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cfe3849c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cfe3849c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cfe3849c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cfe3849c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cfe3849c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odeforces.com/problemset/problem/2021/E2" TargetMode="External"/><Relationship Id="rId4" Type="http://schemas.openxmlformats.org/officeDocument/2006/relationships/hyperlink" Target="https://atcoder.jp/contests/abc328/tasks/abc328_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64650"/>
            <a:ext cx="8520600" cy="25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BUBT BAPS Programming Camp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Graph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RakibJoy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DSU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DSU basically does? What basic problem it solves?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it useful for only finding </a:t>
            </a:r>
            <a:r>
              <a:rPr lang="en"/>
              <a:t>the same component related problem?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going to figure it out.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25" y="152400"/>
            <a:ext cx="805663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504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thing from DSU</a:t>
            </a:r>
            <a:endParaRPr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Merging N items in NlogN complexity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DSU on Tree</a:t>
            </a:r>
            <a:endParaRPr/>
          </a:p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that NlogN idea helps us to </a:t>
            </a:r>
            <a:r>
              <a:rPr lang="en"/>
              <a:t>apply</a:t>
            </a:r>
            <a:r>
              <a:rPr lang="en"/>
              <a:t> DSU on Tree? It is also called small to large merging.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294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538" y="152400"/>
            <a:ext cx="687693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725" y="152400"/>
            <a:ext cx="470429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600" y="152400"/>
            <a:ext cx="551423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 Reconstruction Tree</a:t>
            </a:r>
            <a:endParaRPr/>
          </a:p>
        </p:txBody>
      </p:sp>
      <p:sp>
        <p:nvSpPr>
          <p:cNvPr id="123" name="Google Shape;12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called </a:t>
            </a:r>
            <a:r>
              <a:rPr lang="en"/>
              <a:t>Reachability</a:t>
            </a:r>
            <a:r>
              <a:rPr lang="en"/>
              <a:t> Tree.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it work?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088" y="152400"/>
            <a:ext cx="72598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587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>
            <a:off x="311700" y="1919700"/>
            <a:ext cx="8520600" cy="13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use this trick if we need to determine the maximum edge between two nodes of a tree?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DSU - If you are interested</a:t>
            </a:r>
            <a:endParaRPr/>
          </a:p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https://codeforces.com/problemset/problem/2021/E2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DSU -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https://atcoder.jp/contests/abc328/tasks/abc328_f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Strongly connected component</a:t>
            </a:r>
            <a:endParaRPr/>
          </a:p>
        </p:txBody>
      </p: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925" y="1152475"/>
            <a:ext cx="6122150" cy="35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173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62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Articulation Point</a:t>
            </a:r>
            <a:endParaRPr/>
          </a:p>
        </p:txBody>
      </p:sp>
      <p:pic>
        <p:nvPicPr>
          <p:cNvPr id="166" name="Google Shape;1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450" y="1165225"/>
            <a:ext cx="571500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038" y="94850"/>
            <a:ext cx="70659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475" y="152400"/>
            <a:ext cx="6492843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2978"/>
            <a:ext cx="9144000" cy="3217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 txBox="1"/>
          <p:nvPr/>
        </p:nvSpPr>
        <p:spPr>
          <a:xfrm>
            <a:off x="1783550" y="425750"/>
            <a:ext cx="30000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2"/>
                </a:solidFill>
                <a:highlight>
                  <a:srgbClr val="F8F9FA"/>
                </a:highlight>
              </a:rPr>
              <a:t>A graph, and its block-cut tree.</a:t>
            </a:r>
            <a:endParaRPr sz="1050">
              <a:solidFill>
                <a:srgbClr val="202122"/>
              </a:solidFill>
              <a:highlight>
                <a:srgbClr val="F8F9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2"/>
                </a:solidFill>
              </a:rPr>
              <a:t>Blocks</a:t>
            </a:r>
            <a:r>
              <a:rPr lang="en" sz="1050">
                <a:solidFill>
                  <a:srgbClr val="202122"/>
                </a:solidFill>
                <a:highlight>
                  <a:srgbClr val="F8F9FA"/>
                </a:highlight>
              </a:rPr>
              <a:t>:</a:t>
            </a:r>
            <a:endParaRPr sz="1050">
              <a:solidFill>
                <a:srgbClr val="202122"/>
              </a:solidFill>
              <a:highlight>
                <a:srgbClr val="F8F9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[1,2]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[2,3,4]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[2,5,6,7]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[7,8,9,10,11]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[8,12,13,14,15]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[10,16]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[10,17,18]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2"/>
                </a:solidFill>
              </a:rPr>
              <a:t>Cutpoints:</a:t>
            </a:r>
            <a:endParaRPr b="1" sz="1050">
              <a:solidFill>
                <a:srgbClr val="2021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1250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7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25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Articulation Bridge</a:t>
            </a:r>
            <a:endParaRPr/>
          </a:p>
        </p:txBody>
      </p:sp>
      <p:pic>
        <p:nvPicPr>
          <p:cNvPr id="197" name="Google Shape;1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900" y="1264763"/>
            <a:ext cx="5972175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are given a tree. You have to add minimum number of edges such that there will be no articulation points and bridges there.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2"/>
          <p:cNvSpPr txBox="1"/>
          <p:nvPr>
            <p:ph type="title"/>
          </p:nvPr>
        </p:nvSpPr>
        <p:spPr>
          <a:xfrm>
            <a:off x="196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answer is always (number of leaves +1)/2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3"/>
          <p:cNvSpPr txBox="1"/>
          <p:nvPr>
            <p:ph type="title"/>
          </p:nvPr>
        </p:nvSpPr>
        <p:spPr>
          <a:xfrm>
            <a:off x="311700" y="186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tree is a normal graph?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 Connected Component</a:t>
            </a:r>
            <a:endParaRPr/>
          </a:p>
        </p:txBody>
      </p:sp>
      <p:sp>
        <p:nvSpPr>
          <p:cNvPr id="219" name="Google Shape;21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will be no articulation point.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delete any node, the rest of the nodes will be still connected.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