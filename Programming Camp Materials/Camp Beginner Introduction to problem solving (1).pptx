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411c23e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411c23e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411c23e0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411c23e0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411c23e0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411c23e0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411c23e0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8411c23e0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411c23e0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411c23e0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411c23e0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411c23e0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411c23e0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411c23e0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411c23e0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411c23e0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433f001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433f001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411c23e0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411c23e0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411c23e0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411c23e0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411c23e0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411c23e0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411c23e0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411c23e0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411c23e0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8411c23e0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411c23e0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411c23e0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411c23e0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411c23e0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38075"/>
            <a:ext cx="8520600" cy="265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380"/>
              <a:t>BUBT BAPS Programming Camp 2025</a:t>
            </a:r>
            <a:endParaRPr sz="43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380"/>
              <a:t>Introduction to Problem Solving</a:t>
            </a:r>
            <a:endParaRPr sz="43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RakibJoy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596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we can solve problems?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Judges Like: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Codeforces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Atcoder.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Codechef.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Toph.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25415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</a:t>
            </a:r>
            <a:r>
              <a:rPr lang="en"/>
              <a:t>competitive</a:t>
            </a:r>
            <a:r>
              <a:rPr lang="en"/>
              <a:t> programming then?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the competitions we can participate?</a:t>
            </a:r>
            <a:endParaRPr/>
          </a:p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Online contest.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Regular contest in online judges.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Facebook Hacker Cup.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Replay contest of onsite contests.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Onsite Contest.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IUPC.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ICPC.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BDOI.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IOI.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many other,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problem solving and competitive programming?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importance of honesty</a:t>
            </a:r>
            <a:endParaRPr/>
          </a:p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Should we take help from AI in problem </a:t>
            </a:r>
            <a:r>
              <a:rPr lang="en"/>
              <a:t>solving</a:t>
            </a:r>
            <a:r>
              <a:rPr lang="en"/>
              <a:t> and during contest?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I start doing </a:t>
            </a:r>
            <a:r>
              <a:rPr lang="en"/>
              <a:t>competitive</a:t>
            </a:r>
            <a:r>
              <a:rPr lang="en"/>
              <a:t> programming?</a:t>
            </a:r>
            <a:endParaRPr/>
          </a:p>
        </p:txBody>
      </p:sp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 a programming language. (C, C++ preferred).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 solving problems in  various online judges.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Don’t rush, </a:t>
            </a:r>
            <a:r>
              <a:rPr lang="en"/>
              <a:t>believe</a:t>
            </a:r>
            <a:r>
              <a:rPr lang="en"/>
              <a:t> in continuous growth.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Always try to cross yourself.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attack a problem?</a:t>
            </a:r>
            <a:endParaRPr/>
          </a:p>
        </p:txBody>
      </p:sp>
      <p:sp>
        <p:nvSpPr>
          <p:cNvPr id="100" name="Google Shape;10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Don’t rush, read the problem statement carefully.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the constraints. ( You can get the hint from it)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the time and memory limit. (You can get hint from it)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Simplify the problem.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Try to find a solution.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ok not jump to code without being 100% sure about the solution.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RECIPE by Arman Ferdous</a:t>
            </a:r>
            <a:endParaRPr/>
          </a:p>
        </p:txBody>
      </p:sp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- Reduce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 - Extreme Case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 - Contribution Technique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- Inverse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 - Pattern Finding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 - Escape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More Resources - https://codeforces.com/blog/entry/133289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team contest/ ICPC style contest.</a:t>
            </a:r>
            <a:endParaRPr/>
          </a:p>
        </p:txBody>
      </p:sp>
      <p:sp>
        <p:nvSpPr>
          <p:cNvPr id="112" name="Google Shape;11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 people.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team.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 hours.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ICPC style problems vs CF style problems.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type="title"/>
          </p:nvPr>
        </p:nvSpPr>
        <p:spPr>
          <a:xfrm>
            <a:off x="242675" y="1999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Strategy - Individual.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/>
          <p:nvPr>
            <p:ph type="title"/>
          </p:nvPr>
        </p:nvSpPr>
        <p:spPr>
          <a:xfrm>
            <a:off x="311700" y="181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Strategy - Team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Contest Strategy - Individual </a:t>
            </a:r>
            <a:endParaRPr/>
          </a:p>
        </p:txBody>
      </p:sp>
      <p:sp>
        <p:nvSpPr>
          <p:cNvPr id="133" name="Google Shape;13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Don’t rush.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It’s ok to skip a problem for later.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your custom plan.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Think big, dream big.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Contest Strategy - Team</a:t>
            </a:r>
            <a:endParaRPr/>
          </a:p>
        </p:txBody>
      </p:sp>
      <p:sp>
        <p:nvSpPr>
          <p:cNvPr id="139" name="Google Shape;13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Strong team strategy and weaker team strategy.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you should have your custom strategy.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Decision making during </a:t>
            </a:r>
            <a:r>
              <a:rPr lang="en"/>
              <a:t>contest.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importance of upsolving</a:t>
            </a:r>
            <a:endParaRPr/>
          </a:p>
        </p:txBody>
      </p:sp>
      <p:sp>
        <p:nvSpPr>
          <p:cNvPr id="145" name="Google Shape;14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Should we upsolve after every contest?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to upsolve?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to do when we get </a:t>
            </a:r>
            <a:r>
              <a:rPr lang="en"/>
              <a:t>stuck?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Seeking help from others.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