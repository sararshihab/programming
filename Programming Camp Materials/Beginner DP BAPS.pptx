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35703f1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35703f1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35703f14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35703f14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362946b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362946b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35703f14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35703f14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35703f14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835703f14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35703f14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835703f14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35703f14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35703f14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35703f14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35703f14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35703f14c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35703f14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35703f14c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35703f14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35703f14c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35703f14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35703f14c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835703f14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35703f14c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35703f14c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35703f14c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835703f14c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35703f14c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835703f14c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35703f14c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35703f14c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35703f14c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35703f14c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35703f14c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35703f14c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35703f14c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35703f14c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35703f14c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35703f14c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35703f14c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35703f14c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35703f14c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835703f14c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35703f14c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835703f14c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35703f14c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835703f14c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35703f14c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35703f14c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35703f14c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835703f14c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Beginner DP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DP (Dynamic Programming)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5163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500">
                <a:solidFill>
                  <a:schemeClr val="dk1"/>
                </a:solidFill>
              </a:rPr>
              <a:t>A problem-solving technique where you break a complex problem into </a:t>
            </a:r>
            <a:r>
              <a:rPr b="1" lang="en-GB" sz="2500">
                <a:solidFill>
                  <a:schemeClr val="dk1"/>
                </a:solidFill>
              </a:rPr>
              <a:t>overlapping subproblems</a:t>
            </a:r>
            <a:r>
              <a:rPr lang="en-GB" sz="2500">
                <a:solidFill>
                  <a:schemeClr val="dk1"/>
                </a:solidFill>
              </a:rPr>
              <a:t> and solve each subproblem </a:t>
            </a:r>
            <a:r>
              <a:rPr b="1" lang="en-GB" sz="2500">
                <a:solidFill>
                  <a:schemeClr val="dk1"/>
                </a:solidFill>
              </a:rPr>
              <a:t>only once</a:t>
            </a:r>
            <a:r>
              <a:rPr lang="en-GB" sz="2500">
                <a:solidFill>
                  <a:schemeClr val="dk1"/>
                </a:solidFill>
              </a:rPr>
              <a:t>, storing its result (usually in an array or table) to avoid repeated computation.</a:t>
            </a:r>
            <a:br>
              <a:rPr lang="en-GB" sz="2500">
                <a:solidFill>
                  <a:schemeClr val="dk1"/>
                </a:solidFill>
              </a:rPr>
            </a:br>
            <a:endParaRPr sz="2500">
              <a:solidFill>
                <a:schemeClr val="dk1"/>
              </a:solidFill>
            </a:endParaRPr>
          </a:p>
          <a:p>
            <a:pPr indent="-35163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500">
                <a:solidFill>
                  <a:schemeClr val="dk1"/>
                </a:solidFill>
              </a:rPr>
              <a:t>It’s often used for optimization problems (e.g., shortest path, maximum profit, minimum cost).</a:t>
            </a:r>
            <a:br>
              <a:rPr lang="en-GB" sz="2500">
                <a:solidFill>
                  <a:schemeClr val="dk1"/>
                </a:solidFill>
              </a:rPr>
            </a:br>
            <a:endParaRPr sz="2500">
              <a:solidFill>
                <a:schemeClr val="dk1"/>
              </a:solidFill>
            </a:endParaRPr>
          </a:p>
          <a:p>
            <a:pPr indent="-35163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500">
                <a:solidFill>
                  <a:schemeClr val="dk1"/>
                </a:solidFill>
              </a:rPr>
              <a:t>Example problems: Fibonacci numbers, Knapsack problem, Longest Common Subsequence, Matrix Chain Multiplication.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DP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GB" sz="2500">
                <a:solidFill>
                  <a:schemeClr val="dk1"/>
                </a:solidFill>
              </a:rPr>
              <a:t>Simple subproblems:</a:t>
            </a:r>
            <a:r>
              <a:rPr lang="en-GB" sz="2500">
                <a:solidFill>
                  <a:schemeClr val="dk1"/>
                </a:solidFill>
              </a:rPr>
              <a:t> Break the original problem into smaller subproblems with the same structure.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GB" sz="2500">
                <a:solidFill>
                  <a:schemeClr val="dk1"/>
                </a:solidFill>
              </a:rPr>
              <a:t>Optimal substructure:</a:t>
            </a:r>
            <a:r>
              <a:rPr lang="en-GB" sz="2500">
                <a:solidFill>
                  <a:schemeClr val="dk1"/>
                </a:solidFill>
              </a:rPr>
              <a:t> The best solution to the problem includes the best solutions to its subproblems.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GB" sz="2500">
                <a:solidFill>
                  <a:schemeClr val="dk1"/>
                </a:solidFill>
              </a:rPr>
              <a:t>Overlapping subproblems:</a:t>
            </a:r>
            <a:r>
              <a:rPr lang="en-GB" sz="2500">
                <a:solidFill>
                  <a:schemeClr val="dk1"/>
                </a:solidFill>
              </a:rPr>
              <a:t> Some subproblems are solved multiple times during the process.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DP Problem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GB" sz="2500">
                <a:solidFill>
                  <a:schemeClr val="dk1"/>
                </a:solidFill>
              </a:rPr>
              <a:t>State</a:t>
            </a:r>
            <a:endParaRPr b="1"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GB" sz="2500">
                <a:solidFill>
                  <a:schemeClr val="dk1"/>
                </a:solidFill>
              </a:rPr>
              <a:t>Return Values</a:t>
            </a:r>
            <a:endParaRPr b="1"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GB" sz="2500">
                <a:solidFill>
                  <a:schemeClr val="dk1"/>
                </a:solidFill>
              </a:rPr>
              <a:t>Base Case</a:t>
            </a:r>
            <a:endParaRPr b="1"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GB" sz="2500">
                <a:solidFill>
                  <a:schemeClr val="dk1"/>
                </a:solidFill>
              </a:rPr>
              <a:t>Transitions</a:t>
            </a:r>
            <a:endParaRPr b="1"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GB" sz="2500">
                <a:solidFill>
                  <a:schemeClr val="dk1"/>
                </a:solidFill>
              </a:rPr>
              <a:t>Memorizations</a:t>
            </a:r>
            <a:endParaRPr b="1"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Frog1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Frog1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96352" cy="4796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0"/>
            <a:ext cx="8923576" cy="2827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938" y="2827575"/>
            <a:ext cx="8638126" cy="216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Knapsack 1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1775"/>
            <a:ext cx="9144003" cy="451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299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Knapsack</a:t>
            </a:r>
            <a:r>
              <a:rPr b="1" lang="en-GB"/>
              <a:t> 2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292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50" y="2923650"/>
            <a:ext cx="9077852" cy="221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Edit Distance</a:t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3333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333750"/>
            <a:ext cx="9143999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Longest Palindrome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050" y="-44175"/>
            <a:ext cx="9024951" cy="523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9625"/>
            <a:ext cx="9144000" cy="52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Longest Increasing Sequence</a:t>
            </a:r>
            <a:endParaRPr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Matching</a:t>
            </a:r>
            <a:endParaRPr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2764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75" y="2645825"/>
            <a:ext cx="9088451" cy="249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Grouping</a:t>
            </a:r>
            <a:endParaRPr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371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Thank You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